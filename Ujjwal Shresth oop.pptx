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3" r:id="rId7"/>
    <p:sldId id="258" r:id="rId8"/>
    <p:sldId id="264" r:id="rId9"/>
    <p:sldId id="259" r:id="rId10"/>
    <p:sldId id="265" r:id="rId11"/>
    <p:sldId id="260" r:id="rId12"/>
    <p:sldId id="266" r:id="rId13"/>
    <p:sldId id="262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jjwal Shrestha" userId="a1b0dfc3-8233-4dba-b410-ca0732d803c3" providerId="ADAL" clId="{D079DD5E-CBE4-4E84-B2E3-2F829C674DA6}"/>
    <pc:docChg chg="custSel addSld delSld modSld">
      <pc:chgData name="Ujjwal Shrestha" userId="a1b0dfc3-8233-4dba-b410-ca0732d803c3" providerId="ADAL" clId="{D079DD5E-CBE4-4E84-B2E3-2F829C674DA6}" dt="2026-05-15T17:48:00.247" v="118" actId="14100"/>
      <pc:docMkLst>
        <pc:docMk/>
      </pc:docMkLst>
      <pc:sldChg chg="addSp delSp modSp mod">
        <pc:chgData name="Ujjwal Shrestha" userId="a1b0dfc3-8233-4dba-b410-ca0732d803c3" providerId="ADAL" clId="{D079DD5E-CBE4-4E84-B2E3-2F829C674DA6}" dt="2026-05-15T17:41:51.992" v="30" actId="1076"/>
        <pc:sldMkLst>
          <pc:docMk/>
          <pc:sldMk cId="1517403231" sldId="257"/>
        </pc:sldMkLst>
        <pc:picChg chg="del">
          <ac:chgData name="Ujjwal Shrestha" userId="a1b0dfc3-8233-4dba-b410-ca0732d803c3" providerId="ADAL" clId="{D079DD5E-CBE4-4E84-B2E3-2F829C674DA6}" dt="2026-05-15T17:38:23.957" v="19" actId="21"/>
          <ac:picMkLst>
            <pc:docMk/>
            <pc:sldMk cId="1517403231" sldId="257"/>
            <ac:picMk id="3" creationId="{36D20B79-1526-4359-9C5D-058CA82434C0}"/>
          </ac:picMkLst>
        </pc:picChg>
        <pc:picChg chg="add mod">
          <ac:chgData name="Ujjwal Shrestha" userId="a1b0dfc3-8233-4dba-b410-ca0732d803c3" providerId="ADAL" clId="{D079DD5E-CBE4-4E84-B2E3-2F829C674DA6}" dt="2026-05-15T17:41:51.992" v="30" actId="1076"/>
          <ac:picMkLst>
            <pc:docMk/>
            <pc:sldMk cId="1517403231" sldId="257"/>
            <ac:picMk id="5" creationId="{E5277301-88C9-4BE1-897B-D4DEE16A215A}"/>
          </ac:picMkLst>
        </pc:picChg>
      </pc:sldChg>
      <pc:sldChg chg="addSp modSp new">
        <pc:chgData name="Ujjwal Shrestha" userId="a1b0dfc3-8233-4dba-b410-ca0732d803c3" providerId="ADAL" clId="{D079DD5E-CBE4-4E84-B2E3-2F829C674DA6}" dt="2026-05-15T17:42:13.683" v="34" actId="931"/>
        <pc:sldMkLst>
          <pc:docMk/>
          <pc:sldMk cId="2271075291" sldId="258"/>
        </pc:sldMkLst>
        <pc:picChg chg="add mod">
          <ac:chgData name="Ujjwal Shrestha" userId="a1b0dfc3-8233-4dba-b410-ca0732d803c3" providerId="ADAL" clId="{D079DD5E-CBE4-4E84-B2E3-2F829C674DA6}" dt="2026-05-15T17:42:13.683" v="34" actId="931"/>
          <ac:picMkLst>
            <pc:docMk/>
            <pc:sldMk cId="2271075291" sldId="258"/>
            <ac:picMk id="3" creationId="{0FC7C3DC-BDBF-4543-9BA5-1880F5A69489}"/>
          </ac:picMkLst>
        </pc:picChg>
      </pc:sldChg>
      <pc:sldChg chg="addSp delSp modSp del mod">
        <pc:chgData name="Ujjwal Shrestha" userId="a1b0dfc3-8233-4dba-b410-ca0732d803c3" providerId="ADAL" clId="{D079DD5E-CBE4-4E84-B2E3-2F829C674DA6}" dt="2026-05-15T17:41:58.913" v="31" actId="2696"/>
        <pc:sldMkLst>
          <pc:docMk/>
          <pc:sldMk cId="2298976850" sldId="258"/>
        </pc:sldMkLst>
        <pc:spChg chg="add mod">
          <ac:chgData name="Ujjwal Shrestha" userId="a1b0dfc3-8233-4dba-b410-ca0732d803c3" providerId="ADAL" clId="{D079DD5E-CBE4-4E84-B2E3-2F829C674DA6}" dt="2026-05-15T17:38:26.897" v="20" actId="21"/>
          <ac:spMkLst>
            <pc:docMk/>
            <pc:sldMk cId="2298976850" sldId="258"/>
            <ac:spMk id="10" creationId="{DBF14FF4-0D8D-4F05-8CFC-9BF399044CC7}"/>
          </ac:spMkLst>
        </pc:spChg>
        <pc:spChg chg="add mod">
          <ac:chgData name="Ujjwal Shrestha" userId="a1b0dfc3-8233-4dba-b410-ca0732d803c3" providerId="ADAL" clId="{D079DD5E-CBE4-4E84-B2E3-2F829C674DA6}" dt="2026-05-15T17:38:28.243" v="21" actId="21"/>
          <ac:spMkLst>
            <pc:docMk/>
            <pc:sldMk cId="2298976850" sldId="258"/>
            <ac:spMk id="12" creationId="{55D0B440-3C68-4941-8E14-708D3E01F4C0}"/>
          </ac:spMkLst>
        </pc:spChg>
        <pc:picChg chg="del">
          <ac:chgData name="Ujjwal Shrestha" userId="a1b0dfc3-8233-4dba-b410-ca0732d803c3" providerId="ADAL" clId="{D079DD5E-CBE4-4E84-B2E3-2F829C674DA6}" dt="2026-05-15T17:38:26.897" v="20" actId="21"/>
          <ac:picMkLst>
            <pc:docMk/>
            <pc:sldMk cId="2298976850" sldId="258"/>
            <ac:picMk id="6" creationId="{F0A6095A-7576-4D06-862C-8ACEB5925ED6}"/>
          </ac:picMkLst>
        </pc:picChg>
        <pc:picChg chg="del">
          <ac:chgData name="Ujjwal Shrestha" userId="a1b0dfc3-8233-4dba-b410-ca0732d803c3" providerId="ADAL" clId="{D079DD5E-CBE4-4E84-B2E3-2F829C674DA6}" dt="2026-05-15T17:38:28.243" v="21" actId="21"/>
          <ac:picMkLst>
            <pc:docMk/>
            <pc:sldMk cId="2298976850" sldId="258"/>
            <ac:picMk id="8" creationId="{89909C70-EB7B-4E4A-A77B-1528AA369CC3}"/>
          </ac:picMkLst>
        </pc:picChg>
      </pc:sldChg>
      <pc:sldChg chg="addSp modSp new del">
        <pc:chgData name="Ujjwal Shrestha" userId="a1b0dfc3-8233-4dba-b410-ca0732d803c3" providerId="ADAL" clId="{D079DD5E-CBE4-4E84-B2E3-2F829C674DA6}" dt="2026-05-15T17:38:31.264" v="22" actId="2696"/>
        <pc:sldMkLst>
          <pc:docMk/>
          <pc:sldMk cId="1525475065" sldId="259"/>
        </pc:sldMkLst>
        <pc:picChg chg="add mod">
          <ac:chgData name="Ujjwal Shrestha" userId="a1b0dfc3-8233-4dba-b410-ca0732d803c3" providerId="ADAL" clId="{D079DD5E-CBE4-4E84-B2E3-2F829C674DA6}" dt="2026-05-15T17:35:30.757" v="1" actId="931"/>
          <ac:picMkLst>
            <pc:docMk/>
            <pc:sldMk cId="1525475065" sldId="259"/>
            <ac:picMk id="3" creationId="{63CBBAE9-9095-42E7-848F-D4157D7EC4C8}"/>
          </ac:picMkLst>
        </pc:picChg>
      </pc:sldChg>
      <pc:sldChg chg="addSp modSp new">
        <pc:chgData name="Ujjwal Shrestha" userId="a1b0dfc3-8233-4dba-b410-ca0732d803c3" providerId="ADAL" clId="{D079DD5E-CBE4-4E84-B2E3-2F829C674DA6}" dt="2026-05-15T17:42:27.685" v="36" actId="931"/>
        <pc:sldMkLst>
          <pc:docMk/>
          <pc:sldMk cId="1990943011" sldId="259"/>
        </pc:sldMkLst>
        <pc:picChg chg="add mod">
          <ac:chgData name="Ujjwal Shrestha" userId="a1b0dfc3-8233-4dba-b410-ca0732d803c3" providerId="ADAL" clId="{D079DD5E-CBE4-4E84-B2E3-2F829C674DA6}" dt="2026-05-15T17:42:27.685" v="36" actId="931"/>
          <ac:picMkLst>
            <pc:docMk/>
            <pc:sldMk cId="1990943011" sldId="259"/>
            <ac:picMk id="3" creationId="{B86052A6-52CB-4720-B040-4D37531D6706}"/>
          </ac:picMkLst>
        </pc:picChg>
      </pc:sldChg>
      <pc:sldChg chg="addSp delSp modSp new del mod">
        <pc:chgData name="Ujjwal Shrestha" userId="a1b0dfc3-8233-4dba-b410-ca0732d803c3" providerId="ADAL" clId="{D079DD5E-CBE4-4E84-B2E3-2F829C674DA6}" dt="2026-05-15T17:42:03.041" v="32" actId="2696"/>
        <pc:sldMkLst>
          <pc:docMk/>
          <pc:sldMk cId="2229325350" sldId="260"/>
        </pc:sldMkLst>
        <pc:spChg chg="del">
          <ac:chgData name="Ujjwal Shrestha" userId="a1b0dfc3-8233-4dba-b410-ca0732d803c3" providerId="ADAL" clId="{D079DD5E-CBE4-4E84-B2E3-2F829C674DA6}" dt="2026-05-15T17:35:39.277" v="3" actId="21"/>
          <ac:spMkLst>
            <pc:docMk/>
            <pc:sldMk cId="2229325350" sldId="260"/>
            <ac:spMk id="2" creationId="{0759AB00-A383-42D2-8E70-3FF35EFF1DF8}"/>
          </ac:spMkLst>
        </pc:spChg>
        <pc:spChg chg="del mod">
          <ac:chgData name="Ujjwal Shrestha" userId="a1b0dfc3-8233-4dba-b410-ca0732d803c3" providerId="ADAL" clId="{D079DD5E-CBE4-4E84-B2E3-2F829C674DA6}" dt="2026-05-15T17:37:17.895" v="7" actId="931"/>
          <ac:spMkLst>
            <pc:docMk/>
            <pc:sldMk cId="2229325350" sldId="260"/>
            <ac:spMk id="3" creationId="{B3E308E9-6F32-40F1-9CA2-35FD863131EE}"/>
          </ac:spMkLst>
        </pc:spChg>
        <pc:spChg chg="del mod">
          <ac:chgData name="Ujjwal Shrestha" userId="a1b0dfc3-8233-4dba-b410-ca0732d803c3" providerId="ADAL" clId="{D079DD5E-CBE4-4E84-B2E3-2F829C674DA6}" dt="2026-05-15T17:37:46.872" v="13" actId="931"/>
          <ac:spMkLst>
            <pc:docMk/>
            <pc:sldMk cId="2229325350" sldId="260"/>
            <ac:spMk id="4" creationId="{E5733531-B644-4B0D-805A-0F74D7BFCA67}"/>
          </ac:spMkLst>
        </pc:spChg>
        <pc:spChg chg="add mod">
          <ac:chgData name="Ujjwal Shrestha" userId="a1b0dfc3-8233-4dba-b410-ca0732d803c3" providerId="ADAL" clId="{D079DD5E-CBE4-4E84-B2E3-2F829C674DA6}" dt="2026-05-15T17:38:33.682" v="23" actId="21"/>
          <ac:spMkLst>
            <pc:docMk/>
            <pc:sldMk cId="2229325350" sldId="260"/>
            <ac:spMk id="10" creationId="{BCFB087E-BDC3-4218-945E-A9CEE338D83F}"/>
          </ac:spMkLst>
        </pc:spChg>
        <pc:spChg chg="add mod">
          <ac:chgData name="Ujjwal Shrestha" userId="a1b0dfc3-8233-4dba-b410-ca0732d803c3" providerId="ADAL" clId="{D079DD5E-CBE4-4E84-B2E3-2F829C674DA6}" dt="2026-05-15T17:38:37.202" v="24" actId="21"/>
          <ac:spMkLst>
            <pc:docMk/>
            <pc:sldMk cId="2229325350" sldId="260"/>
            <ac:spMk id="12" creationId="{EACF9895-5F53-4A19-B1BB-E17A63739DEA}"/>
          </ac:spMkLst>
        </pc:spChg>
        <pc:picChg chg="add del mod">
          <ac:chgData name="Ujjwal Shrestha" userId="a1b0dfc3-8233-4dba-b410-ca0732d803c3" providerId="ADAL" clId="{D079DD5E-CBE4-4E84-B2E3-2F829C674DA6}" dt="2026-05-15T17:38:33.682" v="23" actId="21"/>
          <ac:picMkLst>
            <pc:docMk/>
            <pc:sldMk cId="2229325350" sldId="260"/>
            <ac:picMk id="6" creationId="{08D6A787-CE3F-474E-81C0-5FAD5F468C89}"/>
          </ac:picMkLst>
        </pc:picChg>
        <pc:picChg chg="add del mod">
          <ac:chgData name="Ujjwal Shrestha" userId="a1b0dfc3-8233-4dba-b410-ca0732d803c3" providerId="ADAL" clId="{D079DD5E-CBE4-4E84-B2E3-2F829C674DA6}" dt="2026-05-15T17:38:37.202" v="24" actId="21"/>
          <ac:picMkLst>
            <pc:docMk/>
            <pc:sldMk cId="2229325350" sldId="260"/>
            <ac:picMk id="8" creationId="{B84B0A60-2931-487E-9F79-57B3480E4590}"/>
          </ac:picMkLst>
        </pc:picChg>
      </pc:sldChg>
      <pc:sldChg chg="addSp delSp modSp new mod">
        <pc:chgData name="Ujjwal Shrestha" userId="a1b0dfc3-8233-4dba-b410-ca0732d803c3" providerId="ADAL" clId="{D079DD5E-CBE4-4E84-B2E3-2F829C674DA6}" dt="2026-05-15T17:42:58.022" v="42" actId="931"/>
        <pc:sldMkLst>
          <pc:docMk/>
          <pc:sldMk cId="3312208817" sldId="260"/>
        </pc:sldMkLst>
        <pc:picChg chg="add del mod">
          <ac:chgData name="Ujjwal Shrestha" userId="a1b0dfc3-8233-4dba-b410-ca0732d803c3" providerId="ADAL" clId="{D079DD5E-CBE4-4E84-B2E3-2F829C674DA6}" dt="2026-05-15T17:42:50.960" v="41" actId="21"/>
          <ac:picMkLst>
            <pc:docMk/>
            <pc:sldMk cId="3312208817" sldId="260"/>
            <ac:picMk id="3" creationId="{D6694A56-C290-4FCF-ACA2-95727CE86D93}"/>
          </ac:picMkLst>
        </pc:picChg>
        <pc:picChg chg="add mod">
          <ac:chgData name="Ujjwal Shrestha" userId="a1b0dfc3-8233-4dba-b410-ca0732d803c3" providerId="ADAL" clId="{D079DD5E-CBE4-4E84-B2E3-2F829C674DA6}" dt="2026-05-15T17:42:58.022" v="42" actId="931"/>
          <ac:picMkLst>
            <pc:docMk/>
            <pc:sldMk cId="3312208817" sldId="260"/>
            <ac:picMk id="5" creationId="{9A3E7668-CE9A-48E6-B0FB-EE2DBFE17FD7}"/>
          </ac:picMkLst>
        </pc:picChg>
      </pc:sldChg>
      <pc:sldChg chg="new del">
        <pc:chgData name="Ujjwal Shrestha" userId="a1b0dfc3-8233-4dba-b410-ca0732d803c3" providerId="ADAL" clId="{D079DD5E-CBE4-4E84-B2E3-2F829C674DA6}" dt="2026-05-15T17:43:12.106" v="44" actId="2696"/>
        <pc:sldMkLst>
          <pc:docMk/>
          <pc:sldMk cId="1052854025" sldId="261"/>
        </pc:sldMkLst>
      </pc:sldChg>
      <pc:sldChg chg="addSp modSp new">
        <pc:chgData name="Ujjwal Shrestha" userId="a1b0dfc3-8233-4dba-b410-ca0732d803c3" providerId="ADAL" clId="{D079DD5E-CBE4-4E84-B2E3-2F829C674DA6}" dt="2026-05-15T17:43:07.064" v="43" actId="931"/>
        <pc:sldMkLst>
          <pc:docMk/>
          <pc:sldMk cId="424751414" sldId="262"/>
        </pc:sldMkLst>
        <pc:picChg chg="add mod">
          <ac:chgData name="Ujjwal Shrestha" userId="a1b0dfc3-8233-4dba-b410-ca0732d803c3" providerId="ADAL" clId="{D079DD5E-CBE4-4E84-B2E3-2F829C674DA6}" dt="2026-05-15T17:43:07.064" v="43" actId="931"/>
          <ac:picMkLst>
            <pc:docMk/>
            <pc:sldMk cId="424751414" sldId="262"/>
            <ac:picMk id="3" creationId="{E2941D3E-05EB-451D-B09A-72F74F01B2AB}"/>
          </ac:picMkLst>
        </pc:picChg>
      </pc:sldChg>
      <pc:sldChg chg="addSp modSp new">
        <pc:chgData name="Ujjwal Shrestha" userId="a1b0dfc3-8233-4dba-b410-ca0732d803c3" providerId="ADAL" clId="{D079DD5E-CBE4-4E84-B2E3-2F829C674DA6}" dt="2026-05-15T17:43:37.521" v="46" actId="931"/>
        <pc:sldMkLst>
          <pc:docMk/>
          <pc:sldMk cId="3596571065" sldId="263"/>
        </pc:sldMkLst>
        <pc:picChg chg="add mod">
          <ac:chgData name="Ujjwal Shrestha" userId="a1b0dfc3-8233-4dba-b410-ca0732d803c3" providerId="ADAL" clId="{D079DD5E-CBE4-4E84-B2E3-2F829C674DA6}" dt="2026-05-15T17:43:37.521" v="46" actId="931"/>
          <ac:picMkLst>
            <pc:docMk/>
            <pc:sldMk cId="3596571065" sldId="263"/>
            <ac:picMk id="3" creationId="{501E4CDE-9C1E-41E0-89E9-096901300428}"/>
          </ac:picMkLst>
        </pc:picChg>
      </pc:sldChg>
      <pc:sldChg chg="addSp modSp new">
        <pc:chgData name="Ujjwal Shrestha" userId="a1b0dfc3-8233-4dba-b410-ca0732d803c3" providerId="ADAL" clId="{D079DD5E-CBE4-4E84-B2E3-2F829C674DA6}" dt="2026-05-15T17:43:50.031" v="48" actId="931"/>
        <pc:sldMkLst>
          <pc:docMk/>
          <pc:sldMk cId="4051272240" sldId="264"/>
        </pc:sldMkLst>
        <pc:picChg chg="add mod">
          <ac:chgData name="Ujjwal Shrestha" userId="a1b0dfc3-8233-4dba-b410-ca0732d803c3" providerId="ADAL" clId="{D079DD5E-CBE4-4E84-B2E3-2F829C674DA6}" dt="2026-05-15T17:43:50.031" v="48" actId="931"/>
          <ac:picMkLst>
            <pc:docMk/>
            <pc:sldMk cId="4051272240" sldId="264"/>
            <ac:picMk id="3" creationId="{58584309-B3EF-420B-B497-B02F79E0CA07}"/>
          </ac:picMkLst>
        </pc:picChg>
      </pc:sldChg>
      <pc:sldChg chg="addSp modSp new">
        <pc:chgData name="Ujjwal Shrestha" userId="a1b0dfc3-8233-4dba-b410-ca0732d803c3" providerId="ADAL" clId="{D079DD5E-CBE4-4E84-B2E3-2F829C674DA6}" dt="2026-05-15T17:44:04.694" v="50" actId="931"/>
        <pc:sldMkLst>
          <pc:docMk/>
          <pc:sldMk cId="3104679888" sldId="265"/>
        </pc:sldMkLst>
        <pc:picChg chg="add mod">
          <ac:chgData name="Ujjwal Shrestha" userId="a1b0dfc3-8233-4dba-b410-ca0732d803c3" providerId="ADAL" clId="{D079DD5E-CBE4-4E84-B2E3-2F829C674DA6}" dt="2026-05-15T17:44:04.694" v="50" actId="931"/>
          <ac:picMkLst>
            <pc:docMk/>
            <pc:sldMk cId="3104679888" sldId="265"/>
            <ac:picMk id="3" creationId="{13A89FC2-9A77-4230-AB55-C999E8B3F2BE}"/>
          </ac:picMkLst>
        </pc:picChg>
      </pc:sldChg>
      <pc:sldChg chg="addSp delSp modSp new mod">
        <pc:chgData name="Ujjwal Shrestha" userId="a1b0dfc3-8233-4dba-b410-ca0732d803c3" providerId="ADAL" clId="{D079DD5E-CBE4-4E84-B2E3-2F829C674DA6}" dt="2026-05-15T17:44:40.218" v="54" actId="931"/>
        <pc:sldMkLst>
          <pc:docMk/>
          <pc:sldMk cId="2016228523" sldId="266"/>
        </pc:sldMkLst>
        <pc:picChg chg="add del mod">
          <ac:chgData name="Ujjwal Shrestha" userId="a1b0dfc3-8233-4dba-b410-ca0732d803c3" providerId="ADAL" clId="{D079DD5E-CBE4-4E84-B2E3-2F829C674DA6}" dt="2026-05-15T17:44:32.074" v="53" actId="21"/>
          <ac:picMkLst>
            <pc:docMk/>
            <pc:sldMk cId="2016228523" sldId="266"/>
            <ac:picMk id="3" creationId="{7D29FAB4-DF26-40C0-81BD-3C12BC9B7A61}"/>
          </ac:picMkLst>
        </pc:picChg>
        <pc:picChg chg="add mod">
          <ac:chgData name="Ujjwal Shrestha" userId="a1b0dfc3-8233-4dba-b410-ca0732d803c3" providerId="ADAL" clId="{D079DD5E-CBE4-4E84-B2E3-2F829C674DA6}" dt="2026-05-15T17:44:40.218" v="54" actId="931"/>
          <ac:picMkLst>
            <pc:docMk/>
            <pc:sldMk cId="2016228523" sldId="266"/>
            <ac:picMk id="5" creationId="{83376371-7FAB-4B75-A856-D047D2D41212}"/>
          </ac:picMkLst>
        </pc:picChg>
      </pc:sldChg>
      <pc:sldChg chg="addSp modSp new">
        <pc:chgData name="Ujjwal Shrestha" userId="a1b0dfc3-8233-4dba-b410-ca0732d803c3" providerId="ADAL" clId="{D079DD5E-CBE4-4E84-B2E3-2F829C674DA6}" dt="2026-05-15T17:44:50.856" v="56" actId="931"/>
        <pc:sldMkLst>
          <pc:docMk/>
          <pc:sldMk cId="47535389" sldId="267"/>
        </pc:sldMkLst>
        <pc:picChg chg="add mod">
          <ac:chgData name="Ujjwal Shrestha" userId="a1b0dfc3-8233-4dba-b410-ca0732d803c3" providerId="ADAL" clId="{D079DD5E-CBE4-4E84-B2E3-2F829C674DA6}" dt="2026-05-15T17:44:50.856" v="56" actId="931"/>
          <ac:picMkLst>
            <pc:docMk/>
            <pc:sldMk cId="47535389" sldId="267"/>
            <ac:picMk id="3" creationId="{34CB1383-5E20-4E54-96C5-726E716B022B}"/>
          </ac:picMkLst>
        </pc:picChg>
      </pc:sldChg>
      <pc:sldChg chg="addSp delSp modSp new mod">
        <pc:chgData name="Ujjwal Shrestha" userId="a1b0dfc3-8233-4dba-b410-ca0732d803c3" providerId="ADAL" clId="{D079DD5E-CBE4-4E84-B2E3-2F829C674DA6}" dt="2026-05-15T17:45:57.123" v="89" actId="21"/>
        <pc:sldMkLst>
          <pc:docMk/>
          <pc:sldMk cId="1120913156" sldId="268"/>
        </pc:sldMkLst>
        <pc:spChg chg="mod">
          <ac:chgData name="Ujjwal Shrestha" userId="a1b0dfc3-8233-4dba-b410-ca0732d803c3" providerId="ADAL" clId="{D079DD5E-CBE4-4E84-B2E3-2F829C674DA6}" dt="2026-05-15T17:45:17.773" v="79" actId="20577"/>
          <ac:spMkLst>
            <pc:docMk/>
            <pc:sldMk cId="1120913156" sldId="268"/>
            <ac:spMk id="2" creationId="{B778FD0B-D2BD-424A-9D12-C7C30CB03986}"/>
          </ac:spMkLst>
        </pc:spChg>
        <pc:spChg chg="del mod">
          <ac:chgData name="Ujjwal Shrestha" userId="a1b0dfc3-8233-4dba-b410-ca0732d803c3" providerId="ADAL" clId="{D079DD5E-CBE4-4E84-B2E3-2F829C674DA6}" dt="2026-05-15T17:45:57.123" v="89" actId="21"/>
          <ac:spMkLst>
            <pc:docMk/>
            <pc:sldMk cId="1120913156" sldId="268"/>
            <ac:spMk id="3" creationId="{F4E1C5E5-4772-4F04-9A88-80CBC813AC6A}"/>
          </ac:spMkLst>
        </pc:spChg>
        <pc:picChg chg="add mod">
          <ac:chgData name="Ujjwal Shrestha" userId="a1b0dfc3-8233-4dba-b410-ca0732d803c3" providerId="ADAL" clId="{D079DD5E-CBE4-4E84-B2E3-2F829C674DA6}" dt="2026-05-15T17:45:48.937" v="88" actId="14100"/>
          <ac:picMkLst>
            <pc:docMk/>
            <pc:sldMk cId="1120913156" sldId="268"/>
            <ac:picMk id="5" creationId="{58D4AE78-164B-4F46-BEFA-3D075E23BB83}"/>
          </ac:picMkLst>
        </pc:picChg>
      </pc:sldChg>
      <pc:sldChg chg="new del">
        <pc:chgData name="Ujjwal Shrestha" userId="a1b0dfc3-8233-4dba-b410-ca0732d803c3" providerId="ADAL" clId="{D079DD5E-CBE4-4E84-B2E3-2F829C674DA6}" dt="2026-05-15T17:45:02.386" v="58" actId="2696"/>
        <pc:sldMkLst>
          <pc:docMk/>
          <pc:sldMk cId="4143451876" sldId="268"/>
        </pc:sldMkLst>
      </pc:sldChg>
      <pc:sldChg chg="addSp modSp new mod">
        <pc:chgData name="Ujjwal Shrestha" userId="a1b0dfc3-8233-4dba-b410-ca0732d803c3" providerId="ADAL" clId="{D079DD5E-CBE4-4E84-B2E3-2F829C674DA6}" dt="2026-05-15T17:48:00.247" v="118" actId="14100"/>
        <pc:sldMkLst>
          <pc:docMk/>
          <pc:sldMk cId="2120472704" sldId="269"/>
        </pc:sldMkLst>
        <pc:spChg chg="mod">
          <ac:chgData name="Ujjwal Shrestha" userId="a1b0dfc3-8233-4dba-b410-ca0732d803c3" providerId="ADAL" clId="{D079DD5E-CBE4-4E84-B2E3-2F829C674DA6}" dt="2026-05-15T17:46:24.894" v="113" actId="20577"/>
          <ac:spMkLst>
            <pc:docMk/>
            <pc:sldMk cId="2120472704" sldId="269"/>
            <ac:spMk id="2" creationId="{CA2A841D-C128-4804-A6F4-51E9BBEB936A}"/>
          </ac:spMkLst>
        </pc:spChg>
        <pc:picChg chg="add mod">
          <ac:chgData name="Ujjwal Shrestha" userId="a1b0dfc3-8233-4dba-b410-ca0732d803c3" providerId="ADAL" clId="{D079DD5E-CBE4-4E84-B2E3-2F829C674DA6}" dt="2026-05-15T17:48:00.247" v="118" actId="14100"/>
          <ac:picMkLst>
            <pc:docMk/>
            <pc:sldMk cId="2120472704" sldId="269"/>
            <ac:picMk id="4" creationId="{5446EC50-6710-4738-A3D2-38A0EC65D7F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7E998-0E11-4AAD-9D0E-904006F73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4DB9E3-D0D0-4CCC-AB4D-7A20DD34E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0BFFA-1AE0-43C1-9CC7-AC8888D0F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D9B3C-FF3E-46F5-B5AF-56F76E96EC88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3AC8E-AED1-4CAF-8A82-DECC655C1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46D54-36F8-4B92-851A-5D45CD93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F73F2-F713-4690-ADCE-CBC76E835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9034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6912C-EEFB-4BD5-8788-84B857603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DB734-7632-4ACB-A214-F68797BC9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89BF6-6D4C-4394-8209-2ABE5BCA5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D9B3C-FF3E-46F5-B5AF-56F76E96EC88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BCECA-ED5A-43ED-AB2B-87F637359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0E8A2-504F-40B2-ABDD-0E83B1B3E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F73F2-F713-4690-ADCE-CBC76E835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928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D18ED-D0CF-4669-AB31-CF4E36B55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CC4BF-AD0E-466D-AE66-F6D17CCC9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F94CB-7972-4E93-8201-CA53EABC0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D9B3C-FF3E-46F5-B5AF-56F76E96EC88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F0CB2-86B9-451F-811F-7FB72C859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42160-2026-4755-A2D2-6D01A5230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F73F2-F713-4690-ADCE-CBC76E835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366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2D5D2-C938-4DE4-86C8-D75090CEB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2B5F0-A954-4F0A-8140-B397978355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4E633-3DF4-4C66-BEF3-914ACF0C1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1C7072-E908-49A4-A7D2-9CC66E4D3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D9B3C-FF3E-46F5-B5AF-56F76E96EC88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F139AB-DF16-4AFE-8693-2BED2694D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04F3FA-A127-474F-ABB8-44DD0549C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F73F2-F713-4690-ADCE-CBC76E835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2931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C3898-1A36-4705-9AD3-D442903D2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244D1-FF4B-4E1D-89A0-E4CFA2166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5E963F-CA19-4AA0-BF22-A8E4BDFDF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29ED68-A1B9-4E70-8DB5-10AB92C733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21007C-8045-4BBC-9A78-21DE111E4C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6D8A58-BD78-4F59-8AA3-773130ECA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D9B3C-FF3E-46F5-B5AF-56F76E96EC88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591402-4040-4EEA-99D0-10CCCB0C7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27AF21-720F-4674-9540-7B2934BD7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F73F2-F713-4690-ADCE-CBC76E835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3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E15D6-D903-4491-821B-037B96E61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3A5B8-C1D8-4E23-9B32-4B072EB2D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D9B3C-FF3E-46F5-B5AF-56F76E96EC88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966C8C-B5CE-4011-B494-1529A8D77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1A697C-3DFD-40E5-8A07-9C2C06ED8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F73F2-F713-4690-ADCE-CBC76E835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8952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F9B50D-E6A1-4747-B55E-6783D15DD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D9B3C-FF3E-46F5-B5AF-56F76E96EC88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59BCBB-C2C6-4001-BC5A-23167F077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637E1-32BC-4759-803B-80EA470BA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F73F2-F713-4690-ADCE-CBC76E835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2128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41269-1E1B-4FC1-8396-2FDD55D56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D5E97-6825-4519-811A-384EA2953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35FBB-F957-439C-8D95-CD01CA219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E9EF96-ECBA-4FC9-8B38-BCEF2C981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D9B3C-FF3E-46F5-B5AF-56F76E96EC88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78F8C-9C96-43CB-BB2A-7A9D84CB4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84977-AAE1-4EAC-8A3E-9B7BA6EA7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F73F2-F713-4690-ADCE-CBC76E835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9387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D3C53-B24C-4252-809B-30897A83D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D056EA-F010-4074-8F20-006FA1BFBB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66966F-A690-43F1-B07C-9DCC6F4217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D681D9-C81B-4D50-8E46-830063151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D9B3C-FF3E-46F5-B5AF-56F76E96EC88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A40D5-59A9-40B0-B47E-38C7B5C4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1D567-BDFE-480E-AF62-D32CB6AB5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F73F2-F713-4690-ADCE-CBC76E835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8650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9D7CF-F3DF-4693-9FE1-D43682F93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78290B-38C3-49B9-8ACB-1A1AF94909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BD8FA-54AC-4914-8EAC-978757BAF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D9B3C-FF3E-46F5-B5AF-56F76E96EC88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53ED4-0259-4DE7-8E44-385C02736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9383C-B10E-49DB-A49E-9465A6971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F73F2-F713-4690-ADCE-CBC76E835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9489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1B4776-77E9-498D-9F69-6CBD6ACDEB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165A04-B1B2-441D-B255-D9759AAB1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8400E-94EF-46F4-8164-E731D26E0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D9B3C-FF3E-46F5-B5AF-56F76E96EC88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03D67-C908-48A3-BFA9-347738BE6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78738-C941-4617-A145-2D74C10E2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F73F2-F713-4690-ADCE-CBC76E835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4657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A90CED-A724-4FFC-87F2-B0DE85925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FA3E4-7E09-4636-BD4A-5F8188E8A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C335B-EF73-4C1F-BBD0-0D0D17DB2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D9B3C-FF3E-46F5-B5AF-56F76E96EC88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600F7-D067-4882-AF55-D2A4CC35A2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B8967-005D-45B7-9432-EBD97B9AC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F73F2-F713-4690-ADCE-CBC76E835D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0222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C7D451-91EA-4C21-81E4-BEF7BC823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4800"/>
            <a:ext cx="9144000" cy="4953000"/>
          </a:xfrm>
        </p:spPr>
        <p:txBody>
          <a:bodyPr/>
          <a:lstStyle/>
          <a:p>
            <a:pPr algn="l"/>
            <a:r>
              <a:rPr lang="en-US" dirty="0"/>
              <a:t>Name: Ujjwal Shrestha </a:t>
            </a:r>
          </a:p>
          <a:p>
            <a:pPr algn="l"/>
            <a:r>
              <a:rPr lang="en-US" dirty="0"/>
              <a:t>Section: D</a:t>
            </a:r>
          </a:p>
          <a:p>
            <a:pPr algn="l"/>
            <a:r>
              <a:rPr lang="en-US" dirty="0"/>
              <a:t>Subject: Object Oriented Program</a:t>
            </a:r>
          </a:p>
          <a:p>
            <a:pPr algn="l"/>
            <a:r>
              <a:rPr lang="en-US" dirty="0"/>
              <a:t>Assignment-1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Included: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Version of java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Java programming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Java output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9679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277301-88C9-4BE1-897B-D4DEE16A21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690098" y="-179294"/>
            <a:ext cx="5143500" cy="721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403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1E4CDE-9C1E-41E0-89E9-0969013004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49" y="0"/>
            <a:ext cx="118881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571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C7C3DC-BDBF-4543-9BA5-1880F5A69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459" y="0"/>
            <a:ext cx="70190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075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584309-B3EF-420B-B497-B02F79E0C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13" y="0"/>
            <a:ext cx="116765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272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6052A6-52CB-4720-B040-4D37531D67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295" y="0"/>
            <a:ext cx="90614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943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A89FC2-9A77-4230-AB55-C999E8B3F2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73"/>
            <a:ext cx="12192000" cy="681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679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3E7668-CE9A-48E6-B0FB-EE2DBFE17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020" y="0"/>
            <a:ext cx="102519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208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376371-7FAB-4B75-A856-D047D2D41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4" y="0"/>
            <a:ext cx="119791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228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941D3E-05EB-451D-B09A-72F74F01B2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750" y="0"/>
            <a:ext cx="85484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51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CB1383-5E20-4E54-96C5-726E716B02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255"/>
            <a:ext cx="12192000" cy="677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35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8FD0B-D2BD-424A-9D12-C7C30CB039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3413"/>
            <a:ext cx="9144000" cy="1196788"/>
          </a:xfrm>
        </p:spPr>
        <p:txBody>
          <a:bodyPr>
            <a:normAutofit/>
          </a:bodyPr>
          <a:lstStyle/>
          <a:p>
            <a:r>
              <a:rPr lang="en-US" dirty="0"/>
              <a:t>Java version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D4AE78-164B-4F46-BEFA-3D075E23B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286000"/>
            <a:ext cx="9054353" cy="432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913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A841D-C128-4804-A6F4-51E9BBEB9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IntelliJ idea version: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46EC50-6710-4738-A3D2-38A0EC65D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424" y="1506072"/>
            <a:ext cx="9287435" cy="523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472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A13F288FE2A94CBE6A2C0C3B33717A" ma:contentTypeVersion="4" ma:contentTypeDescription="Create a new document." ma:contentTypeScope="" ma:versionID="11500a6d7a15a98b9c168ad430379877">
  <xsd:schema xmlns:xsd="http://www.w3.org/2001/XMLSchema" xmlns:xs="http://www.w3.org/2001/XMLSchema" xmlns:p="http://schemas.microsoft.com/office/2006/metadata/properties" xmlns:ns3="5fcf3e3b-1aa7-4423-b105-9acae9804eec" targetNamespace="http://schemas.microsoft.com/office/2006/metadata/properties" ma:root="true" ma:fieldsID="1194c6c9f769f78d2278992654f8fd59" ns3:_="">
    <xsd:import namespace="5fcf3e3b-1aa7-4423-b105-9acae9804ee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cf3e3b-1aa7-4423-b105-9acae9804ee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9C3C8C3-264F-458B-9C6D-330EEA2944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cf3e3b-1aa7-4423-b105-9acae9804ee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8EBA484-F32D-432B-8870-21024E15E57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73E3D48-D976-45E4-B3E2-82AF8650B67C}">
  <ds:schemaRefs>
    <ds:schemaRef ds:uri="http://purl.org/dc/elements/1.1/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5fcf3e3b-1aa7-4423-b105-9acae9804eec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28</Words>
  <Application>Microsoft Office PowerPoint</Application>
  <PresentationFormat>Widescreen</PresentationFormat>
  <Paragraphs>11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Java version</vt:lpstr>
      <vt:lpstr>IntelliJ idea version: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Ujjwal Shrestha</dc:creator>
  <cp:lastModifiedBy>Ujjwal Shrestha</cp:lastModifiedBy>
  <cp:revision>2</cp:revision>
  <dcterms:created xsi:type="dcterms:W3CDTF">2026-05-15T17:33:54Z</dcterms:created>
  <dcterms:modified xsi:type="dcterms:W3CDTF">2026-05-15T17:48:01Z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0x010100A7A13F288FE2A94CBE6A2C0C3B33717A</vt:lpwstr>
  </property>
</Properties>
</file>